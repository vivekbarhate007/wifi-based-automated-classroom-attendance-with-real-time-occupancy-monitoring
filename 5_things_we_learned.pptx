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Things We Learned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93268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A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WiFi-based classroom attendance system on Android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966960" y="457200"/>
            <a:ext cx="1828800" cy="411480"/>
          </a:xfrm>
          <a:prstGeom prst="roundRect">
            <a:avLst>
              <a:gd name="adj" fmla="val 17778"/>
            </a:avLst>
          </a:prstGeom>
          <a:solidFill>
            <a:srgbClr val="0E7490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966960" y="4572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Retrospective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11155680" cy="0"/>
          </a:xfrm>
          <a:prstGeom prst="line">
            <a:avLst/>
          </a:prstGeom>
          <a:noFill/>
          <a:ln w="12700">
            <a:solidFill>
              <a:srgbClr val="1F335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645920"/>
            <a:ext cx="11155680" cy="960120"/>
          </a:xfrm>
          <a:prstGeom prst="roundRect">
            <a:avLst>
              <a:gd name="adj" fmla="val 7619"/>
            </a:avLst>
          </a:prstGeom>
          <a:solidFill>
            <a:srgbClr val="132238"/>
          </a:solidFill>
          <a:ln w="9525">
            <a:solidFill>
              <a:srgbClr val="1F335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" y="1810512"/>
            <a:ext cx="640080" cy="640080"/>
          </a:xfrm>
          <a:prstGeom prst="ellipse">
            <a:avLst/>
          </a:prstGeom>
          <a:solidFill>
            <a:srgbClr val="0B1426"/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18105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508760" y="1810512"/>
            <a:ext cx="0" cy="640080"/>
          </a:xfrm>
          <a:prstGeom prst="line">
            <a:avLst/>
          </a:prstGeom>
          <a:noFill/>
          <a:ln w="12700">
            <a:solidFill>
              <a:srgbClr val="1F33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45920" y="1755648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internals &amp; platform APIs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645920" y="210312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Deep-dive into WifiManager, LocalOnlyHotspot, foreground services, scoped storage, runtime permissions, and how behavior changes drastically across API levels 26 through 34.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679192"/>
            <a:ext cx="11155680" cy="960120"/>
          </a:xfrm>
          <a:prstGeom prst="roundRect">
            <a:avLst>
              <a:gd name="adj" fmla="val 7619"/>
            </a:avLst>
          </a:prstGeom>
          <a:solidFill>
            <a:srgbClr val="132238"/>
          </a:solidFill>
          <a:ln w="9525">
            <a:solidFill>
              <a:srgbClr val="1F335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9808" y="2843784"/>
            <a:ext cx="640080" cy="640080"/>
          </a:xfrm>
          <a:prstGeom prst="ellipse">
            <a:avLst/>
          </a:prstGeom>
          <a:solidFill>
            <a:srgbClr val="0B1426"/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284378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508760" y="2843784"/>
            <a:ext cx="0" cy="640080"/>
          </a:xfrm>
          <a:prstGeom prst="line">
            <a:avLst/>
          </a:prstGeom>
          <a:noFill/>
          <a:ln w="12700">
            <a:solidFill>
              <a:srgbClr val="1F33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45920" y="2788920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server development on mobile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645920" y="3136392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 a real HTTP server (NanoHTTPD) inside an Android process — bind hosts, sockets, captive-portal probes, cleartext-traffic policy, and keeping a port alive under Doze.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712464"/>
            <a:ext cx="11155680" cy="960120"/>
          </a:xfrm>
          <a:prstGeom prst="roundRect">
            <a:avLst>
              <a:gd name="adj" fmla="val 7619"/>
            </a:avLst>
          </a:prstGeom>
          <a:solidFill>
            <a:srgbClr val="132238"/>
          </a:solidFill>
          <a:ln w="9525">
            <a:solidFill>
              <a:srgbClr val="1F335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9808" y="3877056"/>
            <a:ext cx="640080" cy="640080"/>
          </a:xfrm>
          <a:prstGeom prst="ellipse">
            <a:avLst/>
          </a:prstGeom>
          <a:solidFill>
            <a:srgbClr val="0B1426"/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9808" y="387705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508760" y="3877056"/>
            <a:ext cx="0" cy="640080"/>
          </a:xfrm>
          <a:prstGeom prst="line">
            <a:avLst/>
          </a:prstGeom>
          <a:noFill/>
          <a:ln w="12700">
            <a:solidFill>
              <a:srgbClr val="1F335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645920" y="3822192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Privacy-preserving system design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1645920" y="4169664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per-session salts and hashed device identifiers so attendance records can't be cross-linked across sessions — built-in privacy instead of bolted on.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" y="4745736"/>
            <a:ext cx="11155680" cy="960120"/>
          </a:xfrm>
          <a:prstGeom prst="roundRect">
            <a:avLst>
              <a:gd name="adj" fmla="val 7619"/>
            </a:avLst>
          </a:prstGeom>
          <a:solidFill>
            <a:srgbClr val="132238"/>
          </a:solidFill>
          <a:ln w="9525">
            <a:solidFill>
              <a:srgbClr val="1F335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49808" y="4910328"/>
            <a:ext cx="640080" cy="640080"/>
          </a:xfrm>
          <a:prstGeom prst="ellipse">
            <a:avLst/>
          </a:prstGeom>
          <a:solidFill>
            <a:srgbClr val="0B1426"/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9808" y="49103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1508760" y="4910328"/>
            <a:ext cx="0" cy="640080"/>
          </a:xfrm>
          <a:prstGeom prst="line">
            <a:avLst/>
          </a:prstGeom>
          <a:noFill/>
          <a:ln w="12700">
            <a:solidFill>
              <a:srgbClr val="1F335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645920" y="4855464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between testing and real-world behavior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1645920" y="5202936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Emulators lie: 242 ghost devices, phantom gateways on VPN subnets, and captive-portal auto-open quirks only surfaced on actual classroom hardware.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48640" y="5779008"/>
            <a:ext cx="11155680" cy="960120"/>
          </a:xfrm>
          <a:prstGeom prst="roundRect">
            <a:avLst>
              <a:gd name="adj" fmla="val 7619"/>
            </a:avLst>
          </a:prstGeom>
          <a:solidFill>
            <a:srgbClr val="132238"/>
          </a:solidFill>
          <a:ln w="9525">
            <a:solidFill>
              <a:srgbClr val="1F335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49808" y="5943600"/>
            <a:ext cx="640080" cy="640080"/>
          </a:xfrm>
          <a:prstGeom prst="ellipse">
            <a:avLst/>
          </a:prstGeom>
          <a:solidFill>
            <a:srgbClr val="0B1426"/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" y="5943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1508760" y="5943600"/>
            <a:ext cx="0" cy="640080"/>
          </a:xfrm>
          <a:prstGeom prst="line">
            <a:avLst/>
          </a:prstGeom>
          <a:noFill/>
          <a:ln w="12700">
            <a:solidFill>
              <a:srgbClr val="1F335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645920" y="5888736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system integration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1645920" y="6236208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Tied UI, Room database, services, networking, QR generation, and CSV export into one working product — every layer has to cooperate for a single check-in to succeed.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RouterApp  •  WiFi Classroom Attendance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9966960" y="6510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of 5 lessons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 Things We Learned</dc:title>
  <dc:subject>PptxGenJS Presentation</dc:subject>
  <dc:creator>RouterApp Team</dc:creator>
  <cp:lastModifiedBy>RouterApp Team</cp:lastModifiedBy>
  <cp:revision>1</cp:revision>
  <dcterms:created xsi:type="dcterms:W3CDTF">2026-04-23T15:00:19Z</dcterms:created>
  <dcterms:modified xsi:type="dcterms:W3CDTF">2026-04-23T15:00:19Z</dcterms:modified>
</cp:coreProperties>
</file>